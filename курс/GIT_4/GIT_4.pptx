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03" r:id="rId2"/>
    <p:sldId id="533" r:id="rId3"/>
    <p:sldId id="534" r:id="rId4"/>
    <p:sldId id="536" r:id="rId5"/>
    <p:sldId id="547" r:id="rId6"/>
    <p:sldId id="549" r:id="rId7"/>
    <p:sldId id="548" r:id="rId8"/>
    <p:sldId id="545" r:id="rId9"/>
    <p:sldId id="535" r:id="rId10"/>
    <p:sldId id="546" r:id="rId11"/>
    <p:sldId id="539" r:id="rId12"/>
    <p:sldId id="540" r:id="rId13"/>
    <p:sldId id="543" r:id="rId14"/>
    <p:sldId id="544" r:id="rId15"/>
    <p:sldId id="542" r:id="rId16"/>
    <p:sldId id="541" r:id="rId17"/>
    <p:sldId id="462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5404" autoAdjust="0"/>
  </p:normalViewPr>
  <p:slideViewPr>
    <p:cSldViewPr showGuides="1">
      <p:cViewPr varScale="1">
        <p:scale>
          <a:sx n="98" d="100"/>
          <a:sy n="98" d="100"/>
        </p:scale>
        <p:origin x="1467" y="87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848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4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270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69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105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247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16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832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178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77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534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64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950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269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531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4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kws3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 err="1" smtClean="0"/>
              <a:t>занятие</a:t>
            </a:r>
            <a:r>
              <a:rPr lang="uk-UA" sz="4000" dirty="0" smtClean="0"/>
              <a:t> </a:t>
            </a:r>
            <a:r>
              <a:rPr lang="en-US" sz="4000" dirty="0" smtClean="0"/>
              <a:t>4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0188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4235" y="548680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У нас есть свой </a:t>
            </a:r>
            <a:r>
              <a:rPr lang="ru-RU" dirty="0" err="1" smtClean="0"/>
              <a:t>проект,который</a:t>
            </a:r>
            <a:r>
              <a:rPr lang="ru-RU" dirty="0" smtClean="0"/>
              <a:t> хранится в локальном </a:t>
            </a:r>
            <a:r>
              <a:rPr lang="ru-RU" dirty="0" err="1" smtClean="0"/>
              <a:t>репозитории</a:t>
            </a:r>
            <a:r>
              <a:rPr lang="ru-RU" dirty="0" smtClean="0"/>
              <a:t>. Мы хотим </a:t>
            </a:r>
            <a:r>
              <a:rPr lang="ru-RU" dirty="0" err="1" smtClean="0"/>
              <a:t>расшарить</a:t>
            </a:r>
            <a:r>
              <a:rPr lang="ru-RU" dirty="0" smtClean="0"/>
              <a:t> этот проект между другими участниками команды, чтобы они тоже могли работать с файлами проекта.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547664" y="107340"/>
            <a:ext cx="612068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dirty="0" err="1" smtClean="0">
                <a:solidFill>
                  <a:srgbClr val="002060"/>
                </a:solidFill>
              </a:rPr>
              <a:t>Работа</a:t>
            </a:r>
            <a:r>
              <a:rPr lang="uk-UA" dirty="0" smtClean="0">
                <a:solidFill>
                  <a:srgbClr val="002060"/>
                </a:solidFill>
              </a:rPr>
              <a:t> с </a:t>
            </a:r>
            <a:r>
              <a:rPr lang="en-US" dirty="0" smtClean="0">
                <a:solidFill>
                  <a:srgbClr val="002060"/>
                </a:solidFill>
              </a:rPr>
              <a:t>remote</a:t>
            </a:r>
            <a:r>
              <a:rPr lang="uk-UA" dirty="0" smtClean="0">
                <a:solidFill>
                  <a:srgbClr val="002060"/>
                </a:solidFill>
              </a:rPr>
              <a:t> </a:t>
            </a:r>
            <a:r>
              <a:rPr lang="uk-UA" dirty="0" err="1" smtClean="0">
                <a:solidFill>
                  <a:srgbClr val="002060"/>
                </a:solidFill>
              </a:rPr>
              <a:t>репозиторием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Github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1785590"/>
            <a:ext cx="897553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Для этой цели будем использовать </a:t>
            </a:r>
            <a:r>
              <a:rPr lang="en-US" dirty="0">
                <a:hlinkClick r:id="rId3"/>
              </a:rPr>
              <a:t>https://github.com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uk-UA" dirty="0" smtClean="0"/>
              <a:t>На </a:t>
            </a:r>
            <a:r>
              <a:rPr lang="uk-UA" dirty="0" err="1" smtClean="0"/>
              <a:t>своей</a:t>
            </a:r>
            <a:r>
              <a:rPr lang="uk-UA" dirty="0" smtClean="0"/>
              <a:t> </a:t>
            </a:r>
            <a:r>
              <a:rPr lang="uk-UA" dirty="0" err="1" smtClean="0"/>
              <a:t>странице</a:t>
            </a:r>
            <a:r>
              <a:rPr lang="uk-UA" dirty="0" smtClean="0"/>
              <a:t> </a:t>
            </a:r>
            <a:r>
              <a:rPr lang="en-US" dirty="0" err="1" smtClean="0">
                <a:solidFill>
                  <a:srgbClr val="0070C0"/>
                </a:solidFill>
              </a:rPr>
              <a:t>github</a:t>
            </a:r>
            <a:r>
              <a:rPr lang="uk-UA" dirty="0" smtClean="0"/>
              <a:t> </a:t>
            </a:r>
            <a:r>
              <a:rPr lang="uk-UA" dirty="0" err="1" smtClean="0"/>
              <a:t>создаем</a:t>
            </a:r>
            <a:r>
              <a:rPr lang="uk-UA" dirty="0" smtClean="0"/>
              <a:t> </a:t>
            </a:r>
            <a:r>
              <a:rPr lang="uk-UA" dirty="0" err="1" smtClean="0"/>
              <a:t>новый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remote</a:t>
            </a:r>
            <a:r>
              <a:rPr lang="uk-UA" dirty="0" smtClean="0">
                <a:solidFill>
                  <a:srgbClr val="0070C0"/>
                </a:solidFill>
              </a:rPr>
              <a:t> </a:t>
            </a:r>
            <a:r>
              <a:rPr lang="uk-UA" dirty="0" err="1" smtClean="0">
                <a:solidFill>
                  <a:srgbClr val="0070C0"/>
                </a:solidFill>
              </a:rPr>
              <a:t>репозиторий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8" y="2636912"/>
            <a:ext cx="859766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3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235" y="11663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smtClean="0"/>
              <a:t>На </a:t>
            </a:r>
            <a:r>
              <a:rPr lang="uk-UA" dirty="0" err="1" smtClean="0"/>
              <a:t>открывшей</a:t>
            </a:r>
            <a:r>
              <a:rPr lang="en-US" dirty="0" smtClean="0"/>
              <a:t>c</a:t>
            </a:r>
            <a:r>
              <a:rPr lang="uk-UA" dirty="0" smtClean="0"/>
              <a:t>я </a:t>
            </a:r>
            <a:r>
              <a:rPr lang="uk-UA" dirty="0" err="1" smtClean="0"/>
              <a:t>странице</a:t>
            </a:r>
            <a:r>
              <a:rPr lang="uk-UA" dirty="0" smtClean="0"/>
              <a:t> вводим </a:t>
            </a:r>
            <a:r>
              <a:rPr lang="uk-UA" dirty="0" err="1" smtClean="0">
                <a:solidFill>
                  <a:srgbClr val="0070C0"/>
                </a:solidFill>
              </a:rPr>
              <a:t>имя</a:t>
            </a:r>
            <a:r>
              <a:rPr lang="uk-UA" dirty="0" smtClean="0">
                <a:solidFill>
                  <a:srgbClr val="0070C0"/>
                </a:solidFill>
              </a:rPr>
              <a:t> </a:t>
            </a:r>
            <a:r>
              <a:rPr lang="uk-UA" dirty="0" err="1" smtClean="0">
                <a:solidFill>
                  <a:srgbClr val="0070C0"/>
                </a:solidFill>
              </a:rPr>
              <a:t>репозитория</a:t>
            </a:r>
            <a:r>
              <a:rPr lang="uk-UA" dirty="0" smtClean="0"/>
              <a:t>, </a:t>
            </a:r>
            <a:r>
              <a:rPr lang="uk-UA" dirty="0" err="1" smtClean="0"/>
              <a:t>выбираем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public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7" y="980728"/>
            <a:ext cx="6349969" cy="5445224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H="1">
            <a:off x="2339752" y="485964"/>
            <a:ext cx="2376264" cy="207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>
            <a:off x="755576" y="485964"/>
            <a:ext cx="7272808" cy="35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31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5" y="836712"/>
            <a:ext cx="6003059" cy="5805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235" y="116632"/>
            <a:ext cx="897553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Откроется</a:t>
            </a:r>
            <a:r>
              <a:rPr lang="uk-UA" dirty="0" smtClean="0"/>
              <a:t> </a:t>
            </a:r>
            <a:r>
              <a:rPr lang="uk-UA" dirty="0" err="1" smtClean="0"/>
              <a:t>странице</a:t>
            </a:r>
            <a:r>
              <a:rPr lang="uk-UA" dirty="0" smtClean="0"/>
              <a:t> на </a:t>
            </a:r>
            <a:r>
              <a:rPr lang="uk-UA" dirty="0" err="1" smtClean="0"/>
              <a:t>которой</a:t>
            </a:r>
            <a:r>
              <a:rPr lang="uk-UA" dirty="0" smtClean="0"/>
              <a:t> </a:t>
            </a:r>
            <a:r>
              <a:rPr lang="uk-UA" dirty="0" err="1" smtClean="0"/>
              <a:t>будет</a:t>
            </a:r>
            <a:r>
              <a:rPr lang="uk-UA" dirty="0" smtClean="0"/>
              <a:t> код, </a:t>
            </a:r>
            <a:r>
              <a:rPr lang="uk-UA" dirty="0" err="1" smtClean="0"/>
              <a:t>который</a:t>
            </a:r>
            <a:r>
              <a:rPr lang="uk-UA" dirty="0" smtClean="0"/>
              <a:t> </a:t>
            </a:r>
            <a:r>
              <a:rPr lang="uk-UA" dirty="0" err="1" smtClean="0"/>
              <a:t>надо</a:t>
            </a:r>
            <a:r>
              <a:rPr lang="uk-UA" dirty="0" smtClean="0"/>
              <a:t> нам ввести в </a:t>
            </a:r>
            <a:r>
              <a:rPr lang="uk-UA" dirty="0" err="1" smtClean="0"/>
              <a:t>своем</a:t>
            </a:r>
            <a:r>
              <a:rPr lang="uk-UA" dirty="0" smtClean="0"/>
              <a:t> </a:t>
            </a:r>
            <a:r>
              <a:rPr lang="uk-UA" dirty="0" err="1" smtClean="0"/>
              <a:t>локальном</a:t>
            </a:r>
            <a:r>
              <a:rPr lang="uk-UA" dirty="0" smtClean="0"/>
              <a:t> </a:t>
            </a:r>
            <a:r>
              <a:rPr lang="uk-UA" dirty="0" err="1" smtClean="0"/>
              <a:t>репозитории</a:t>
            </a:r>
            <a:endParaRPr lang="ru-RU" dirty="0">
              <a:solidFill>
                <a:srgbClr val="0070C0"/>
              </a:solidFill>
            </a:endParaRPr>
          </a:p>
        </p:txBody>
      </p:sp>
      <p:cxnSp>
        <p:nvCxnSpPr>
          <p:cNvPr id="8" name="Прямая со стрелкой 7"/>
          <p:cNvCxnSpPr>
            <a:stCxn id="12" idx="2"/>
          </p:cNvCxnSpPr>
          <p:nvPr/>
        </p:nvCxnSpPr>
        <p:spPr>
          <a:xfrm flipH="1">
            <a:off x="5796136" y="1354829"/>
            <a:ext cx="1758956" cy="2225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0964" y="985497"/>
            <a:ext cx="252825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 smtClean="0"/>
              <a:t>Адрес </a:t>
            </a:r>
            <a:r>
              <a:rPr lang="ru-RU" b="1" dirty="0" err="1" smtClean="0"/>
              <a:t>репозитория</a:t>
            </a:r>
            <a:endParaRPr lang="ru-RU" b="1" dirty="0"/>
          </a:p>
        </p:txBody>
      </p:sp>
      <p:cxnSp>
        <p:nvCxnSpPr>
          <p:cNvPr id="15" name="Прямая со стрелкой 14"/>
          <p:cNvCxnSpPr>
            <a:stCxn id="17" idx="1"/>
          </p:cNvCxnSpPr>
          <p:nvPr/>
        </p:nvCxnSpPr>
        <p:spPr>
          <a:xfrm flipH="1">
            <a:off x="4932040" y="2450505"/>
            <a:ext cx="678837" cy="474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10877" y="1988840"/>
            <a:ext cx="313758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Команды которые надо</a:t>
            </a:r>
          </a:p>
          <a:p>
            <a:r>
              <a:rPr lang="ru-RU" b="1" dirty="0" smtClean="0"/>
              <a:t>ввести если еще нет </a:t>
            </a:r>
          </a:p>
          <a:p>
            <a:r>
              <a:rPr lang="ru-RU" b="1" dirty="0" err="1" smtClean="0"/>
              <a:t>репозитория</a:t>
            </a:r>
            <a:endParaRPr lang="ru-RU" b="1" dirty="0"/>
          </a:p>
        </p:txBody>
      </p:sp>
      <p:cxnSp>
        <p:nvCxnSpPr>
          <p:cNvPr id="19" name="Прямая со стрелкой 18"/>
          <p:cNvCxnSpPr>
            <a:stCxn id="20" idx="1"/>
          </p:cNvCxnSpPr>
          <p:nvPr/>
        </p:nvCxnSpPr>
        <p:spPr>
          <a:xfrm flipH="1">
            <a:off x="5580112" y="4328230"/>
            <a:ext cx="678836" cy="6129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58948" y="4005064"/>
            <a:ext cx="239039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 smtClean="0"/>
              <a:t>Команды которые </a:t>
            </a:r>
            <a:endParaRPr lang="ru-RU" b="1" dirty="0"/>
          </a:p>
          <a:p>
            <a:r>
              <a:rPr lang="ru-RU" b="1" dirty="0" smtClean="0"/>
              <a:t>нам нужны</a:t>
            </a:r>
          </a:p>
        </p:txBody>
      </p:sp>
    </p:spTree>
    <p:extLst>
      <p:ext uri="{BB962C8B-B14F-4D97-AF65-F5344CB8AC3E}">
        <p14:creationId xmlns:p14="http://schemas.microsoft.com/office/powerpoint/2010/main" val="111311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4333" y="116632"/>
            <a:ext cx="3407645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Добавление</a:t>
            </a:r>
            <a:r>
              <a:rPr lang="uk-UA" dirty="0" smtClean="0"/>
              <a:t> </a:t>
            </a:r>
            <a:r>
              <a:rPr lang="en-US" dirty="0" err="1" smtClean="0"/>
              <a:t>coloborators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92" y="581779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Для этого на </a:t>
            </a:r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ru-RU" dirty="0" smtClean="0"/>
              <a:t>необходимо в своем </a:t>
            </a:r>
            <a:r>
              <a:rPr lang="ru-RU" dirty="0" err="1" smtClean="0"/>
              <a:t>репозитории</a:t>
            </a:r>
            <a:r>
              <a:rPr lang="ru-RU" dirty="0" smtClean="0"/>
              <a:t> перейти на вкладку </a:t>
            </a:r>
            <a:r>
              <a:rPr lang="en-US" dirty="0" smtClean="0">
                <a:solidFill>
                  <a:srgbClr val="C00000"/>
                </a:solidFill>
              </a:rPr>
              <a:t>Settings</a:t>
            </a:r>
            <a:r>
              <a:rPr lang="en-US" dirty="0" smtClean="0"/>
              <a:t> </a:t>
            </a:r>
            <a:r>
              <a:rPr lang="ru-RU" dirty="0" smtClean="0"/>
              <a:t>м выбрать </a:t>
            </a:r>
            <a:r>
              <a:rPr lang="ru-RU" dirty="0" err="1" smtClean="0"/>
              <a:t>пкнкт</a:t>
            </a:r>
            <a:r>
              <a:rPr lang="ru-RU" dirty="0" smtClean="0"/>
              <a:t> меню </a:t>
            </a:r>
            <a:r>
              <a:rPr lang="en-US" dirty="0" smtClean="0">
                <a:solidFill>
                  <a:srgbClr val="C00000"/>
                </a:solidFill>
              </a:rPr>
              <a:t>Collaborators</a:t>
            </a:r>
            <a:endParaRPr lang="en-US" dirty="0" smtClean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00260" y="65313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3"/>
              </a:rPr>
              <a:t>https://</a:t>
            </a:r>
            <a:r>
              <a:rPr lang="en-US" b="1" dirty="0" smtClean="0">
                <a:hlinkClick r:id="rId3"/>
              </a:rPr>
              <a:t>goo.gl/rkws3X</a:t>
            </a:r>
            <a:r>
              <a:rPr lang="en-US" b="1" dirty="0" smtClean="0"/>
              <a:t> </a:t>
            </a: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4244"/>
            <a:ext cx="9144000" cy="3149511"/>
          </a:xfrm>
          <a:prstGeom prst="rect">
            <a:avLst/>
          </a:prstGeom>
        </p:spPr>
      </p:pic>
      <p:sp>
        <p:nvSpPr>
          <p:cNvPr id="6" name="Овал 5"/>
          <p:cNvSpPr/>
          <p:nvPr/>
        </p:nvSpPr>
        <p:spPr>
          <a:xfrm>
            <a:off x="5800260" y="1854244"/>
            <a:ext cx="1728192" cy="422628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Овал 8"/>
          <p:cNvSpPr/>
          <p:nvPr/>
        </p:nvSpPr>
        <p:spPr>
          <a:xfrm>
            <a:off x="80360" y="2780928"/>
            <a:ext cx="1728192" cy="422628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5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79512" y="116632"/>
            <a:ext cx="8891615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После</a:t>
            </a:r>
            <a:r>
              <a:rPr lang="uk-UA" dirty="0" smtClean="0"/>
              <a:t> </a:t>
            </a:r>
            <a:r>
              <a:rPr lang="uk-UA" dirty="0" err="1" smtClean="0"/>
              <a:t>добавления</a:t>
            </a:r>
            <a:r>
              <a:rPr lang="uk-UA" dirty="0" smtClean="0"/>
              <a:t> </a:t>
            </a:r>
            <a:r>
              <a:rPr lang="uk-UA" dirty="0" err="1" smtClean="0"/>
              <a:t>колоборант</a:t>
            </a:r>
            <a:r>
              <a:rPr lang="uk-UA" dirty="0" smtClean="0"/>
              <a:t> </a:t>
            </a:r>
            <a:r>
              <a:rPr lang="uk-UA" dirty="0" err="1" smtClean="0"/>
              <a:t>получит</a:t>
            </a:r>
            <a:r>
              <a:rPr lang="uk-UA" dirty="0" smtClean="0"/>
              <a:t> </a:t>
            </a:r>
            <a:r>
              <a:rPr lang="en-US" dirty="0" smtClean="0"/>
              <a:t>email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25222"/>
            <a:ext cx="6262958" cy="4752050"/>
          </a:xfrm>
          <a:prstGeom prst="rect">
            <a:avLst/>
          </a:prstGeom>
        </p:spPr>
      </p:pic>
      <p:sp>
        <p:nvSpPr>
          <p:cNvPr id="7" name="Выноска 1 (граница и черта) 6"/>
          <p:cNvSpPr/>
          <p:nvPr/>
        </p:nvSpPr>
        <p:spPr>
          <a:xfrm>
            <a:off x="5800260" y="1772816"/>
            <a:ext cx="3164228" cy="1008112"/>
          </a:xfrm>
          <a:prstGeom prst="accentBorderCallout1">
            <a:avLst>
              <a:gd name="adj1" fmla="val 18750"/>
              <a:gd name="adj2" fmla="val -8333"/>
              <a:gd name="adj3" fmla="val 262441"/>
              <a:gd name="adj4" fmla="val -119685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Надо перейти по этой </a:t>
            </a:r>
            <a:r>
              <a:rPr lang="ru-RU" b="1" dirty="0" smtClean="0">
                <a:solidFill>
                  <a:schemeClr val="tx1"/>
                </a:solidFill>
              </a:rPr>
              <a:t>ссылке </a:t>
            </a:r>
          </a:p>
          <a:p>
            <a:pPr algn="ctr"/>
            <a:r>
              <a:rPr lang="ru-RU" b="1" dirty="0" smtClean="0">
                <a:solidFill>
                  <a:schemeClr val="tx1"/>
                </a:solidFill>
              </a:rPr>
              <a:t>(см следующий слайд)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4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260648"/>
            <a:ext cx="5292948" cy="4930568"/>
          </a:xfrm>
          <a:prstGeom prst="rect">
            <a:avLst/>
          </a:prstGeom>
        </p:spPr>
      </p:pic>
      <p:sp>
        <p:nvSpPr>
          <p:cNvPr id="6" name="Овал 5"/>
          <p:cNvSpPr/>
          <p:nvPr/>
        </p:nvSpPr>
        <p:spPr>
          <a:xfrm>
            <a:off x="2267744" y="1988840"/>
            <a:ext cx="2448272" cy="86409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59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4881" y="129406"/>
            <a:ext cx="8531575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remote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add </a:t>
            </a:r>
            <a:r>
              <a:rPr lang="en-US" dirty="0" smtClean="0">
                <a:solidFill>
                  <a:schemeClr val="accent2"/>
                </a:solidFill>
              </a:rPr>
              <a:t>&lt;name&gt; </a:t>
            </a:r>
            <a:r>
              <a:rPr lang="en-US" dirty="0">
                <a:solidFill>
                  <a:schemeClr val="accent2"/>
                </a:solidFill>
              </a:rPr>
              <a:t>&lt;</a:t>
            </a:r>
            <a:r>
              <a:rPr lang="en-US" dirty="0" err="1">
                <a:solidFill>
                  <a:schemeClr val="accent2"/>
                </a:solidFill>
              </a:rPr>
              <a:t>url</a:t>
            </a:r>
            <a:r>
              <a:rPr lang="en-US" dirty="0">
                <a:solidFill>
                  <a:schemeClr val="accent2"/>
                </a:solidFill>
              </a:rPr>
              <a:t>&gt;</a:t>
            </a:r>
            <a:endParaRPr lang="ru-RU" dirty="0"/>
          </a:p>
          <a:p>
            <a:r>
              <a:rPr lang="ru-RU" dirty="0"/>
              <a:t>где 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&lt;name&gt; </a:t>
            </a:r>
            <a:r>
              <a:rPr lang="ru-RU" dirty="0"/>
              <a:t>-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это имя </a:t>
            </a:r>
            <a:r>
              <a:rPr lang="en-US" dirty="0" smtClean="0">
                <a:solidFill>
                  <a:srgbClr val="0070C0"/>
                </a:solidFill>
              </a:rPr>
              <a:t>remote</a:t>
            </a:r>
            <a:r>
              <a:rPr lang="ru-RU" dirty="0" smtClean="0"/>
              <a:t> </a:t>
            </a:r>
            <a:r>
              <a:rPr lang="ru-RU" dirty="0" err="1"/>
              <a:t>репозитория</a:t>
            </a:r>
            <a:r>
              <a:rPr lang="ru-RU" dirty="0" smtClean="0"/>
              <a:t>,</a:t>
            </a:r>
            <a:r>
              <a:rPr lang="en-US" dirty="0"/>
              <a:t> </a:t>
            </a:r>
            <a:r>
              <a:rPr lang="uk-UA" dirty="0" smtClean="0"/>
              <a:t>по </a:t>
            </a:r>
            <a:r>
              <a:rPr lang="uk-UA" dirty="0" err="1" smtClean="0"/>
              <a:t>умолчанию</a:t>
            </a:r>
            <a:r>
              <a:rPr lang="uk-UA" dirty="0" smtClean="0"/>
              <a:t> </a:t>
            </a:r>
          </a:p>
          <a:p>
            <a:r>
              <a:rPr lang="uk-UA" dirty="0"/>
              <a:t> </a:t>
            </a:r>
            <a:r>
              <a:rPr lang="uk-UA" dirty="0" smtClean="0"/>
              <a:t>             </a:t>
            </a:r>
            <a:r>
              <a:rPr lang="uk-UA" dirty="0" err="1" smtClean="0"/>
              <a:t>называют</a:t>
            </a:r>
            <a:r>
              <a:rPr lang="uk-UA" dirty="0" smtClean="0"/>
              <a:t> его </a:t>
            </a:r>
            <a:r>
              <a:rPr lang="en-US" dirty="0" smtClean="0">
                <a:solidFill>
                  <a:srgbClr val="0070C0"/>
                </a:solidFill>
              </a:rPr>
              <a:t>origin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ru-RU" dirty="0"/>
              <a:t>    </a:t>
            </a:r>
            <a:r>
              <a:rPr lang="en-US" dirty="0">
                <a:solidFill>
                  <a:schemeClr val="accent2"/>
                </a:solidFill>
              </a:rPr>
              <a:t>&lt;</a:t>
            </a:r>
            <a:r>
              <a:rPr lang="en-US" dirty="0" err="1">
                <a:solidFill>
                  <a:schemeClr val="accent2"/>
                </a:solidFill>
              </a:rPr>
              <a:t>url</a:t>
            </a:r>
            <a:r>
              <a:rPr lang="en-US" dirty="0">
                <a:solidFill>
                  <a:schemeClr val="accent2"/>
                </a:solidFill>
              </a:rPr>
              <a:t>&gt;</a:t>
            </a:r>
            <a:r>
              <a:rPr lang="ru-RU" dirty="0"/>
              <a:t>  - это его адрес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7" y="1560703"/>
            <a:ext cx="8710221" cy="936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881" y="2712831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Э</a:t>
            </a:r>
            <a:r>
              <a:rPr lang="uk-UA" dirty="0" smtClean="0"/>
              <a:t>той </a:t>
            </a:r>
            <a:r>
              <a:rPr lang="uk-UA" dirty="0" err="1" smtClean="0"/>
              <a:t>командой</a:t>
            </a:r>
            <a:r>
              <a:rPr lang="uk-UA" dirty="0" smtClean="0"/>
              <a:t> </a:t>
            </a:r>
            <a:r>
              <a:rPr lang="uk-UA" dirty="0" err="1" smtClean="0"/>
              <a:t>мы</a:t>
            </a:r>
            <a:r>
              <a:rPr lang="uk-UA" dirty="0" smtClean="0"/>
              <a:t> добавили </a:t>
            </a:r>
            <a:r>
              <a:rPr lang="en-US" dirty="0">
                <a:solidFill>
                  <a:srgbClr val="0070C0"/>
                </a:solidFill>
              </a:rPr>
              <a:t>remote</a:t>
            </a:r>
            <a:r>
              <a:rPr lang="uk-UA" dirty="0" smtClean="0"/>
              <a:t> </a:t>
            </a:r>
            <a:r>
              <a:rPr lang="uk-UA" dirty="0" err="1" smtClean="0"/>
              <a:t>репозиторий</a:t>
            </a:r>
            <a:r>
              <a:rPr lang="uk-UA" dirty="0" smtClean="0"/>
              <a:t> к себе в проект, и </a:t>
            </a:r>
            <a:r>
              <a:rPr lang="uk-UA" dirty="0" err="1" smtClean="0"/>
              <a:t>теперь</a:t>
            </a:r>
            <a:r>
              <a:rPr lang="uk-UA" dirty="0" smtClean="0"/>
              <a:t> </a:t>
            </a:r>
            <a:r>
              <a:rPr lang="uk-UA" dirty="0" err="1" smtClean="0"/>
              <a:t>можно</a:t>
            </a:r>
            <a:r>
              <a:rPr lang="uk-UA" dirty="0" smtClean="0"/>
              <a:t> </a:t>
            </a:r>
            <a:r>
              <a:rPr lang="uk-UA" dirty="0" err="1" smtClean="0"/>
              <a:t>заливать</a:t>
            </a:r>
            <a:r>
              <a:rPr lang="uk-UA" dirty="0" smtClean="0"/>
              <a:t> </a:t>
            </a:r>
            <a:r>
              <a:rPr lang="uk-UA" dirty="0" err="1" smtClean="0"/>
              <a:t>файлы</a:t>
            </a:r>
            <a:r>
              <a:rPr lang="uk-UA" dirty="0" smtClean="0"/>
              <a:t> на </a:t>
            </a:r>
            <a:r>
              <a:rPr lang="en-US" dirty="0" err="1" smtClean="0">
                <a:solidFill>
                  <a:srgbClr val="0070C0"/>
                </a:solidFill>
              </a:rPr>
              <a:t>github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881" y="3861048"/>
            <a:ext cx="8891615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Что такое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remote</a:t>
            </a:r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uk-UA" dirty="0" err="1" smtClean="0">
                <a:solidFill>
                  <a:schemeClr val="accent2">
                    <a:lumMod val="75000"/>
                  </a:schemeClr>
                </a:solidFill>
              </a:rPr>
              <a:t>репозиторий</a:t>
            </a:r>
            <a:r>
              <a:rPr lang="uk-UA" dirty="0" smtClean="0">
                <a:solidFill>
                  <a:schemeClr val="accent2">
                    <a:lumMod val="75000"/>
                  </a:schemeClr>
                </a:solidFill>
              </a:rPr>
              <a:t> ? </a:t>
            </a:r>
          </a:p>
          <a:p>
            <a:r>
              <a:rPr lang="uk-UA" dirty="0" err="1" smtClean="0"/>
              <a:t>Это</a:t>
            </a:r>
            <a:r>
              <a:rPr lang="uk-UA" dirty="0" smtClean="0"/>
              <a:t> </a:t>
            </a:r>
            <a:r>
              <a:rPr lang="uk-UA" dirty="0" err="1" smtClean="0">
                <a:solidFill>
                  <a:srgbClr val="002060"/>
                </a:solidFill>
              </a:rPr>
              <a:t>отдельный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branch </a:t>
            </a:r>
            <a:r>
              <a:rPr lang="ru-RU" dirty="0" smtClean="0"/>
              <a:t>на нашей машине, который будет </a:t>
            </a:r>
            <a:r>
              <a:rPr lang="ru-RU" dirty="0" err="1" smtClean="0"/>
              <a:t>синхрорнизирован</a:t>
            </a:r>
            <a:r>
              <a:rPr lang="ru-RU" dirty="0" smtClean="0"/>
              <a:t> с </a:t>
            </a:r>
            <a:r>
              <a:rPr lang="ru-RU" dirty="0" err="1" smtClean="0"/>
              <a:t>репозиторием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ru-RU" dirty="0" smtClean="0"/>
              <a:t>на </a:t>
            </a:r>
            <a:r>
              <a:rPr lang="en-US" dirty="0" err="1" smtClean="0">
                <a:solidFill>
                  <a:srgbClr val="0070C0"/>
                </a:solidFill>
              </a:rPr>
              <a:t>github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endParaRPr lang="en-US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77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7534" y="188640"/>
            <a:ext cx="8891615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Чтобы посмотреть какие </a:t>
            </a:r>
            <a:r>
              <a:rPr lang="en-US" dirty="0" smtClean="0">
                <a:solidFill>
                  <a:srgbClr val="0070C0"/>
                </a:solidFill>
              </a:rPr>
              <a:t>remote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ru-RU" dirty="0" err="1" smtClean="0">
                <a:solidFill>
                  <a:srgbClr val="0070C0"/>
                </a:solidFill>
              </a:rPr>
              <a:t>репозитории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ru-RU" dirty="0" smtClean="0"/>
              <a:t>у нас есть надо выполнить команду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remote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4" y="1268760"/>
            <a:ext cx="8836923" cy="1265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2226" y="3573016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Более</a:t>
            </a:r>
            <a:r>
              <a:rPr lang="uk-UA" dirty="0" smtClean="0"/>
              <a:t> детально </a:t>
            </a:r>
            <a:r>
              <a:rPr lang="uk-UA" dirty="0" err="1" smtClean="0"/>
              <a:t>посмотреть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remote </a:t>
            </a:r>
            <a:r>
              <a:rPr lang="uk-UA" dirty="0" err="1" smtClean="0">
                <a:solidFill>
                  <a:srgbClr val="0070C0"/>
                </a:solidFill>
              </a:rPr>
              <a:t>репозитории</a:t>
            </a:r>
            <a:r>
              <a:rPr lang="uk-UA" dirty="0" smtClean="0"/>
              <a:t> </a:t>
            </a:r>
            <a:r>
              <a:rPr lang="uk-UA" dirty="0" err="1" smtClean="0"/>
              <a:t>можно</a:t>
            </a:r>
            <a:r>
              <a:rPr lang="uk-UA" dirty="0" smtClean="0"/>
              <a:t> </a:t>
            </a:r>
            <a:r>
              <a:rPr lang="uk-UA" dirty="0" err="1" smtClean="0"/>
              <a:t>командой</a:t>
            </a:r>
            <a:endParaRPr lang="ru-RU" dirty="0" smtClean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remote</a:t>
            </a:r>
            <a:r>
              <a:rPr lang="uk-UA" dirty="0" smtClean="0">
                <a:solidFill>
                  <a:schemeClr val="accent2"/>
                </a:solidFill>
              </a:rPr>
              <a:t> </a:t>
            </a:r>
            <a:r>
              <a:rPr lang="ru-RU" dirty="0" smtClean="0">
                <a:solidFill>
                  <a:schemeClr val="accent2"/>
                </a:solidFill>
              </a:rPr>
              <a:t>-</a:t>
            </a:r>
            <a:r>
              <a:rPr lang="en-US" dirty="0" smtClean="0">
                <a:solidFill>
                  <a:schemeClr val="accent2"/>
                </a:solidFill>
              </a:rPr>
              <a:t>v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0" y="4437112"/>
            <a:ext cx="8532440" cy="14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0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3657" y="3645024"/>
            <a:ext cx="8557744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5896" y="24702"/>
            <a:ext cx="165618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>
                <a:solidFill>
                  <a:srgbClr val="002060"/>
                </a:solidFill>
              </a:rPr>
              <a:t>Remote GIT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3335274"/>
            <a:ext cx="222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local machine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79512" y="4562364"/>
            <a:ext cx="4598618" cy="810852"/>
            <a:chOff x="179512" y="5714492"/>
            <a:chExt cx="4598618" cy="810852"/>
          </a:xfrm>
        </p:grpSpPr>
        <p:sp>
          <p:nvSpPr>
            <p:cNvPr id="18" name="TextBox 17"/>
            <p:cNvSpPr txBox="1"/>
            <p:nvPr/>
          </p:nvSpPr>
          <p:spPr>
            <a:xfrm>
              <a:off x="191134" y="6146540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54fd76e</a:t>
              </a:r>
              <a:endParaRPr lang="ru-RU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47318" y="6151276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747fa</a:t>
              </a:r>
              <a:r>
                <a:rPr lang="ru-RU" dirty="0" smtClean="0"/>
                <a:t>с</a:t>
              </a:r>
              <a:r>
                <a:rPr lang="en-US" dirty="0" smtClean="0"/>
                <a:t>5</a:t>
              </a:r>
              <a:endParaRPr lang="ru-RU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553994" y="615601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34fd5ca</a:t>
              </a:r>
              <a:endParaRPr lang="ru-RU" dirty="0"/>
            </a:p>
          </p:txBody>
        </p:sp>
        <p:cxnSp>
          <p:nvCxnSpPr>
            <p:cNvPr id="21" name="Прямая соединительная линия 20"/>
            <p:cNvCxnSpPr>
              <a:stCxn id="18" idx="3"/>
              <a:endCxn id="19" idx="1"/>
            </p:cNvCxnSpPr>
            <p:nvPr/>
          </p:nvCxnSpPr>
          <p:spPr>
            <a:xfrm>
              <a:off x="1415270" y="633120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>
              <a:off x="310043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79512" y="5714492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master</a:t>
              </a:r>
              <a:endParaRPr lang="ru-RU" b="1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250182" y="692696"/>
            <a:ext cx="4598618" cy="810852"/>
            <a:chOff x="1342848" y="2258108"/>
            <a:chExt cx="4598618" cy="810852"/>
          </a:xfrm>
        </p:grpSpPr>
        <p:sp>
          <p:nvSpPr>
            <p:cNvPr id="25" name="TextBox 24"/>
            <p:cNvSpPr txBox="1"/>
            <p:nvPr/>
          </p:nvSpPr>
          <p:spPr>
            <a:xfrm>
              <a:off x="1354470" y="2690156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54fd76e</a:t>
              </a:r>
              <a:endParaRPr lang="ru-RU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10654" y="269489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747fa</a:t>
              </a:r>
              <a:r>
                <a:rPr lang="ru-RU" dirty="0" smtClean="0"/>
                <a:t>с</a:t>
              </a:r>
              <a:r>
                <a:rPr lang="en-US" dirty="0" smtClean="0"/>
                <a:t>5</a:t>
              </a:r>
              <a:endParaRPr lang="ru-RU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17330" y="2699628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34fd5ca</a:t>
              </a:r>
              <a:endParaRPr lang="ru-RU" dirty="0"/>
            </a:p>
          </p:txBody>
        </p:sp>
        <p:cxnSp>
          <p:nvCxnSpPr>
            <p:cNvPr id="28" name="Прямая соединительная линия 27"/>
            <p:cNvCxnSpPr>
              <a:stCxn id="25" idx="3"/>
              <a:endCxn id="26" idx="1"/>
            </p:cNvCxnSpPr>
            <p:nvPr/>
          </p:nvCxnSpPr>
          <p:spPr>
            <a:xfrm>
              <a:off x="2578606" y="287482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>
              <a:off x="4263766" y="287118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342848" y="2258108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master</a:t>
              </a:r>
              <a:endParaRPr lang="ru-RU" b="1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47817" y="332656"/>
            <a:ext cx="338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remote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server</a:t>
            </a:r>
            <a:r>
              <a:rPr lang="ru-RU" b="1" dirty="0" smtClean="0">
                <a:solidFill>
                  <a:schemeClr val="accent2"/>
                </a:solidFill>
              </a:rPr>
              <a:t> (</a:t>
            </a:r>
            <a:r>
              <a:rPr lang="en-US" b="1" dirty="0" err="1" smtClean="0">
                <a:solidFill>
                  <a:schemeClr val="accent2"/>
                </a:solidFill>
              </a:rPr>
              <a:t>github</a:t>
            </a:r>
            <a:r>
              <a:rPr lang="ru-RU" b="1" dirty="0" smtClean="0">
                <a:solidFill>
                  <a:schemeClr val="accent2"/>
                </a:solidFill>
              </a:rPr>
              <a:t>)</a:t>
            </a:r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230747" y="3659179"/>
            <a:ext cx="4598618" cy="810852"/>
            <a:chOff x="1342848" y="2258108"/>
            <a:chExt cx="4598618" cy="810852"/>
          </a:xfrm>
        </p:grpSpPr>
        <p:sp>
          <p:nvSpPr>
            <p:cNvPr id="36" name="TextBox 35"/>
            <p:cNvSpPr txBox="1"/>
            <p:nvPr/>
          </p:nvSpPr>
          <p:spPr>
            <a:xfrm>
              <a:off x="1354470" y="2690156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54fd76e</a:t>
              </a:r>
              <a:endParaRPr lang="ru-RU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10654" y="269489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747fa</a:t>
              </a:r>
              <a:r>
                <a:rPr lang="ru-RU" dirty="0" smtClean="0"/>
                <a:t>с</a:t>
              </a:r>
              <a:r>
                <a:rPr lang="en-US" dirty="0" smtClean="0"/>
                <a:t>5</a:t>
              </a:r>
              <a:endParaRPr lang="ru-RU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17330" y="2699628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34fd5ca</a:t>
              </a:r>
              <a:endParaRPr lang="ru-RU" dirty="0"/>
            </a:p>
          </p:txBody>
        </p:sp>
        <p:cxnSp>
          <p:nvCxnSpPr>
            <p:cNvPr id="39" name="Прямая соединительная линия 38"/>
            <p:cNvCxnSpPr>
              <a:stCxn id="36" idx="3"/>
              <a:endCxn id="37" idx="1"/>
            </p:cNvCxnSpPr>
            <p:nvPr/>
          </p:nvCxnSpPr>
          <p:spPr>
            <a:xfrm>
              <a:off x="2578606" y="287482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/>
            <p:nvPr/>
          </p:nvCxnSpPr>
          <p:spPr>
            <a:xfrm>
              <a:off x="4263766" y="287118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342848" y="2258108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origin/master</a:t>
              </a:r>
              <a:endParaRPr lang="ru-RU" b="1" dirty="0"/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107504" y="701988"/>
            <a:ext cx="8952866" cy="1358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386403" y="2553439"/>
            <a:ext cx="557808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$ </a:t>
            </a:r>
            <a:r>
              <a:rPr lang="en-US" b="1" dirty="0" err="1">
                <a:solidFill>
                  <a:schemeClr val="accent2"/>
                </a:solidFill>
              </a:rPr>
              <a:t>git</a:t>
            </a:r>
            <a:r>
              <a:rPr lang="en-US" b="1" dirty="0">
                <a:solidFill>
                  <a:schemeClr val="accent2"/>
                </a:solidFill>
              </a:rPr>
              <a:t> remote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add </a:t>
            </a:r>
            <a:r>
              <a:rPr lang="en-US" b="1" dirty="0" smtClean="0">
                <a:solidFill>
                  <a:schemeClr val="accent2"/>
                </a:solidFill>
              </a:rPr>
              <a:t>origin http://...</a:t>
            </a:r>
            <a:endParaRPr lang="ru-RU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3386403" y="2554018"/>
            <a:ext cx="557808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$ </a:t>
            </a:r>
            <a:r>
              <a:rPr lang="en-US" b="1" dirty="0" err="1">
                <a:solidFill>
                  <a:schemeClr val="accent2"/>
                </a:solidFill>
              </a:rPr>
              <a:t>git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push –u origin master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6334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2226" y="188640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Отправим</a:t>
            </a:r>
            <a:r>
              <a:rPr lang="uk-UA" dirty="0" smtClean="0"/>
              <a:t> наш проект на </a:t>
            </a:r>
            <a:r>
              <a:rPr lang="en-US" dirty="0">
                <a:solidFill>
                  <a:srgbClr val="0070C0"/>
                </a:solidFill>
              </a:rPr>
              <a:t>remote </a:t>
            </a:r>
            <a:r>
              <a:rPr lang="uk-UA" dirty="0" err="1" smtClean="0">
                <a:solidFill>
                  <a:srgbClr val="0070C0"/>
                </a:solidFill>
              </a:rPr>
              <a:t>репозиторий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push –u origin master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4" y="1052736"/>
            <a:ext cx="8360214" cy="471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2226" y="188640"/>
            <a:ext cx="8891615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smtClean="0"/>
              <a:t>Результат </a:t>
            </a:r>
            <a:r>
              <a:rPr lang="uk-UA" dirty="0" err="1" smtClean="0"/>
              <a:t>отправки</a:t>
            </a:r>
            <a:r>
              <a:rPr lang="uk-UA" dirty="0" smtClean="0"/>
              <a:t> </a:t>
            </a:r>
            <a:r>
              <a:rPr lang="uk-UA" dirty="0" err="1" smtClean="0"/>
              <a:t>файлов</a:t>
            </a:r>
            <a:r>
              <a:rPr lang="uk-UA" dirty="0" smtClean="0"/>
              <a:t> на </a:t>
            </a:r>
            <a:r>
              <a:rPr lang="en-US" dirty="0">
                <a:solidFill>
                  <a:srgbClr val="0070C0"/>
                </a:solidFill>
              </a:rPr>
              <a:t>remote </a:t>
            </a:r>
            <a:r>
              <a:rPr lang="uk-UA" dirty="0" err="1" smtClean="0">
                <a:solidFill>
                  <a:srgbClr val="0070C0"/>
                </a:solidFill>
              </a:rPr>
              <a:t>репозиторий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26" y="802259"/>
            <a:ext cx="8562254" cy="2626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225" y="3645024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Можно</a:t>
            </a:r>
            <a:r>
              <a:rPr lang="uk-UA" dirty="0" smtClean="0"/>
              <a:t> </a:t>
            </a:r>
            <a:r>
              <a:rPr lang="uk-UA" dirty="0" err="1" smtClean="0"/>
              <a:t>посмотреть</a:t>
            </a:r>
            <a:r>
              <a:rPr lang="uk-UA" dirty="0" smtClean="0"/>
              <a:t> файл</a:t>
            </a:r>
            <a:r>
              <a:rPr lang="ru-RU" dirty="0" smtClean="0"/>
              <a:t>ы проекта на </a:t>
            </a:r>
            <a:r>
              <a:rPr lang="en-US" dirty="0" err="1" smtClean="0">
                <a:solidFill>
                  <a:srgbClr val="0070C0"/>
                </a:solidFill>
              </a:rPr>
              <a:t>github</a:t>
            </a:r>
            <a:r>
              <a:rPr lang="uk-UA" dirty="0" smtClean="0"/>
              <a:t>, </a:t>
            </a:r>
            <a:r>
              <a:rPr lang="uk-UA" dirty="0" err="1" smtClean="0"/>
              <a:t>зайдя</a:t>
            </a:r>
            <a:r>
              <a:rPr lang="uk-UA" dirty="0" smtClean="0"/>
              <a:t> на </a:t>
            </a:r>
            <a:r>
              <a:rPr lang="uk-UA" dirty="0" err="1" smtClean="0"/>
              <a:t>страницу</a:t>
            </a:r>
            <a:r>
              <a:rPr lang="uk-UA" dirty="0" smtClean="0"/>
              <a:t> </a:t>
            </a:r>
            <a:r>
              <a:rPr lang="uk-UA" dirty="0" err="1" smtClean="0"/>
              <a:t>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41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6192" y="116632"/>
            <a:ext cx="8891615" cy="286232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Далее</a:t>
            </a:r>
            <a:r>
              <a:rPr lang="uk-UA" dirty="0" smtClean="0"/>
              <a:t> </a:t>
            </a:r>
            <a:r>
              <a:rPr lang="uk-UA" dirty="0" err="1" smtClean="0"/>
              <a:t>идет</a:t>
            </a:r>
            <a:r>
              <a:rPr lang="uk-UA" dirty="0" smtClean="0"/>
              <a:t> </a:t>
            </a:r>
            <a:r>
              <a:rPr lang="uk-UA" dirty="0" err="1" smtClean="0"/>
              <a:t>обычный</a:t>
            </a:r>
            <a:r>
              <a:rPr lang="uk-UA" dirty="0" smtClean="0"/>
              <a:t> </a:t>
            </a:r>
            <a:r>
              <a:rPr lang="uk-UA" dirty="0" err="1" smtClean="0"/>
              <a:t>процесс</a:t>
            </a:r>
            <a:r>
              <a:rPr lang="uk-UA" dirty="0" smtClean="0"/>
              <a:t> </a:t>
            </a:r>
            <a:r>
              <a:rPr lang="uk-UA" dirty="0" err="1" smtClean="0"/>
              <a:t>работы</a:t>
            </a:r>
            <a:r>
              <a:rPr lang="uk-UA" dirty="0" smtClean="0"/>
              <a:t> с проектом, то </a:t>
            </a:r>
            <a:r>
              <a:rPr lang="uk-UA" dirty="0" err="1" smtClean="0"/>
              <a:t>есть</a:t>
            </a:r>
            <a:r>
              <a:rPr lang="uk-UA" dirty="0" smtClean="0"/>
              <a:t> локально </a:t>
            </a:r>
            <a:r>
              <a:rPr lang="uk-UA" dirty="0" err="1" smtClean="0"/>
              <a:t>вносятся</a:t>
            </a:r>
            <a:r>
              <a:rPr lang="uk-UA" dirty="0" smtClean="0"/>
              <a:t> </a:t>
            </a:r>
            <a:r>
              <a:rPr lang="uk-UA" dirty="0" err="1" smtClean="0"/>
              <a:t>изменения</a:t>
            </a:r>
            <a:r>
              <a:rPr lang="uk-UA" dirty="0" smtClean="0"/>
              <a:t>, </a:t>
            </a:r>
            <a:r>
              <a:rPr lang="uk-UA" dirty="0" err="1" smtClean="0"/>
              <a:t>проводятся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commits</a:t>
            </a:r>
            <a:r>
              <a:rPr lang="en-US" dirty="0" smtClean="0"/>
              <a:t> </a:t>
            </a:r>
            <a:r>
              <a:rPr lang="ru-RU" dirty="0" smtClean="0"/>
              <a:t>и отправляются файлы на </a:t>
            </a:r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ru-RU" dirty="0" smtClean="0"/>
              <a:t> </a:t>
            </a:r>
            <a:endParaRPr lang="en-US" dirty="0" smtClean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push </a:t>
            </a:r>
            <a:endParaRPr lang="ru-RU" dirty="0" smtClean="0">
              <a:solidFill>
                <a:schemeClr val="accent2"/>
              </a:solidFill>
            </a:endParaRP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uk-UA" dirty="0" err="1" smtClean="0"/>
              <a:t>Обратите</a:t>
            </a:r>
            <a:r>
              <a:rPr lang="uk-UA" dirty="0" smtClean="0"/>
              <a:t> </a:t>
            </a:r>
            <a:r>
              <a:rPr lang="uk-UA" dirty="0" err="1" smtClean="0"/>
              <a:t>внимание</a:t>
            </a:r>
            <a:r>
              <a:rPr lang="uk-UA" dirty="0" smtClean="0"/>
              <a:t>, </a:t>
            </a:r>
            <a:r>
              <a:rPr lang="uk-UA" dirty="0" err="1" smtClean="0"/>
              <a:t>что</a:t>
            </a:r>
            <a:r>
              <a:rPr lang="uk-UA" dirty="0" smtClean="0"/>
              <a:t> в </a:t>
            </a:r>
            <a:r>
              <a:rPr lang="uk-UA" dirty="0" err="1" smtClean="0"/>
              <a:t>команде</a:t>
            </a:r>
            <a:r>
              <a:rPr lang="uk-UA" dirty="0" smtClean="0"/>
              <a:t> </a:t>
            </a:r>
            <a:r>
              <a:rPr lang="en-US" dirty="0">
                <a:solidFill>
                  <a:schemeClr val="accent2"/>
                </a:solidFill>
              </a:rPr>
              <a:t>push </a:t>
            </a:r>
            <a:r>
              <a:rPr lang="uk-UA" dirty="0" smtClean="0"/>
              <a:t>не </a:t>
            </a:r>
            <a:r>
              <a:rPr lang="uk-UA" dirty="0" err="1" smtClean="0"/>
              <a:t>указаны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branches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0070C0"/>
                </a:solidFill>
              </a:rPr>
              <a:t>origin</a:t>
            </a:r>
            <a:r>
              <a:rPr lang="en-US" dirty="0" smtClean="0"/>
              <a:t> </a:t>
            </a:r>
            <a:r>
              <a:rPr lang="uk-UA" dirty="0" smtClean="0"/>
              <a:t>и </a:t>
            </a:r>
            <a:r>
              <a:rPr lang="en-US" dirty="0" smtClean="0">
                <a:solidFill>
                  <a:srgbClr val="0070C0"/>
                </a:solidFill>
              </a:rPr>
              <a:t>master</a:t>
            </a:r>
            <a:r>
              <a:rPr lang="en-US" dirty="0" smtClean="0"/>
              <a:t>)</a:t>
            </a:r>
            <a:r>
              <a:rPr lang="uk-UA" dirty="0" smtClean="0"/>
              <a:t> </a:t>
            </a:r>
          </a:p>
          <a:p>
            <a:r>
              <a:rPr lang="ru-RU" dirty="0" smtClean="0"/>
              <a:t>Это потому, что </a:t>
            </a:r>
            <a:r>
              <a:rPr lang="en-US" dirty="0" smtClean="0"/>
              <a:t>GIT </a:t>
            </a:r>
            <a:r>
              <a:rPr lang="uk-UA" dirty="0" err="1" smtClean="0"/>
              <a:t>запомнил</a:t>
            </a:r>
            <a:r>
              <a:rPr lang="uk-UA" dirty="0" smtClean="0"/>
              <a:t> нашу команду</a:t>
            </a:r>
            <a:r>
              <a:rPr lang="en-US" dirty="0"/>
              <a:t> </a:t>
            </a:r>
            <a:r>
              <a:rPr lang="uk-UA" dirty="0" err="1" smtClean="0"/>
              <a:t>где</a:t>
            </a:r>
            <a:r>
              <a:rPr lang="uk-UA" dirty="0" smtClean="0"/>
              <a:t> м</a:t>
            </a:r>
            <a:r>
              <a:rPr lang="ru-RU" dirty="0" smtClean="0"/>
              <a:t>ы указывали эти явно </a:t>
            </a:r>
            <a:r>
              <a:rPr lang="en-US" dirty="0">
                <a:solidFill>
                  <a:srgbClr val="0070C0"/>
                </a:solidFill>
              </a:rPr>
              <a:t>origin</a:t>
            </a:r>
            <a:r>
              <a:rPr lang="en-US" dirty="0"/>
              <a:t> </a:t>
            </a:r>
            <a:r>
              <a:rPr lang="uk-UA" dirty="0"/>
              <a:t>и </a:t>
            </a:r>
            <a:r>
              <a:rPr lang="en-US" dirty="0" smtClean="0">
                <a:solidFill>
                  <a:srgbClr val="0070C0"/>
                </a:solidFill>
              </a:rPr>
              <a:t>master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(</a:t>
            </a:r>
            <a:r>
              <a:rPr lang="ru-RU" dirty="0" smtClean="0"/>
              <a:t>слайд 13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uk-UA" dirty="0" smtClean="0"/>
              <a:t>и </a:t>
            </a:r>
            <a:r>
              <a:rPr lang="uk-UA" dirty="0" err="1" smtClean="0"/>
              <a:t>теперь</a:t>
            </a:r>
            <a:r>
              <a:rPr lang="uk-UA" dirty="0" smtClean="0"/>
              <a:t> </a:t>
            </a:r>
            <a:r>
              <a:rPr lang="uk-UA" dirty="0" err="1" smtClean="0"/>
              <a:t>отправляет</a:t>
            </a:r>
            <a:r>
              <a:rPr lang="uk-UA" dirty="0" smtClean="0"/>
              <a:t> файл</a:t>
            </a:r>
            <a:r>
              <a:rPr lang="ru-RU" dirty="0" smtClean="0"/>
              <a:t>ы по адресу, указанному в </a:t>
            </a:r>
            <a:r>
              <a:rPr lang="en-US" dirty="0" smtClean="0">
                <a:solidFill>
                  <a:srgbClr val="0070C0"/>
                </a:solidFill>
              </a:rPr>
              <a:t>origin</a:t>
            </a:r>
            <a:r>
              <a:rPr lang="ru-RU" dirty="0" smtClean="0"/>
              <a:t> </a:t>
            </a:r>
            <a:r>
              <a:rPr lang="en-US" dirty="0"/>
              <a:t>(</a:t>
            </a:r>
            <a:r>
              <a:rPr lang="ru-RU" dirty="0"/>
              <a:t>слайд </a:t>
            </a:r>
            <a:r>
              <a:rPr lang="ru-RU" dirty="0" smtClean="0"/>
              <a:t>1</a:t>
            </a:r>
            <a:r>
              <a:rPr lang="en-US" dirty="0" smtClean="0"/>
              <a:t>1) </a:t>
            </a:r>
            <a:r>
              <a:rPr lang="uk-UA" dirty="0" smtClean="0"/>
              <a:t>  </a:t>
            </a:r>
            <a:endParaRPr lang="en-US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0" y="3454075"/>
            <a:ext cx="8532440" cy="14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6192" y="116632"/>
            <a:ext cx="8891615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>
                <a:solidFill>
                  <a:srgbClr val="0070C0"/>
                </a:solidFill>
              </a:rPr>
              <a:t>remote </a:t>
            </a:r>
            <a:r>
              <a:rPr lang="uk-UA" dirty="0" err="1" smtClean="0">
                <a:solidFill>
                  <a:srgbClr val="0070C0"/>
                </a:solidFill>
              </a:rPr>
              <a:t>репозиториев</a:t>
            </a:r>
            <a:r>
              <a:rPr lang="uk-UA" dirty="0" smtClean="0">
                <a:solidFill>
                  <a:srgbClr val="0070C0"/>
                </a:solidFill>
              </a:rPr>
              <a:t> </a:t>
            </a:r>
            <a:r>
              <a:rPr lang="uk-UA" dirty="0" smtClean="0"/>
              <a:t> </a:t>
            </a:r>
            <a:r>
              <a:rPr lang="uk-UA" dirty="0" err="1" smtClean="0"/>
              <a:t>может</a:t>
            </a:r>
            <a:r>
              <a:rPr lang="uk-UA" dirty="0" smtClean="0"/>
              <a:t> </a:t>
            </a:r>
            <a:r>
              <a:rPr lang="uk-UA" dirty="0" err="1" smtClean="0"/>
              <a:t>быть</a:t>
            </a:r>
            <a:r>
              <a:rPr lang="uk-UA" dirty="0" smtClean="0"/>
              <a:t> </a:t>
            </a:r>
            <a:r>
              <a:rPr lang="uk-UA" dirty="0" err="1" smtClean="0"/>
              <a:t>много</a:t>
            </a:r>
            <a:r>
              <a:rPr lang="uk-UA" dirty="0" smtClean="0"/>
              <a:t> </a:t>
            </a:r>
            <a:r>
              <a:rPr lang="uk-UA" dirty="0" err="1" smtClean="0"/>
              <a:t>подключено</a:t>
            </a:r>
            <a:r>
              <a:rPr lang="uk-UA" dirty="0" smtClean="0"/>
              <a:t> для </a:t>
            </a:r>
            <a:r>
              <a:rPr lang="uk-UA" dirty="0" err="1" smtClean="0"/>
              <a:t>нашего</a:t>
            </a:r>
            <a:r>
              <a:rPr lang="uk-UA" dirty="0" smtClean="0"/>
              <a:t> </a:t>
            </a:r>
            <a:r>
              <a:rPr lang="uk-UA" dirty="0" err="1" smtClean="0"/>
              <a:t>проекта</a:t>
            </a:r>
            <a:r>
              <a:rPr lang="uk-UA" dirty="0" smtClean="0"/>
              <a:t>. (</a:t>
            </a:r>
            <a:r>
              <a:rPr lang="uk-UA" dirty="0" err="1" smtClean="0"/>
              <a:t>Их</a:t>
            </a:r>
            <a:r>
              <a:rPr lang="uk-UA" dirty="0" smtClean="0"/>
              <a:t> </a:t>
            </a:r>
            <a:r>
              <a:rPr lang="uk-UA" dirty="0" err="1" smtClean="0"/>
              <a:t>добавление</a:t>
            </a:r>
            <a:r>
              <a:rPr lang="uk-UA" dirty="0" smtClean="0"/>
              <a:t> – см </a:t>
            </a:r>
            <a:r>
              <a:rPr lang="uk-UA" dirty="0"/>
              <a:t>слайд 10</a:t>
            </a:r>
            <a:r>
              <a:rPr lang="uk-UA" dirty="0" smtClean="0"/>
              <a:t>)</a:t>
            </a:r>
          </a:p>
          <a:p>
            <a:endParaRPr lang="en-US" dirty="0" smtClean="0">
              <a:solidFill>
                <a:schemeClr val="accent2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remote add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&lt;name&gt; </a:t>
            </a:r>
            <a:r>
              <a:rPr lang="en-US" dirty="0" smtClean="0">
                <a:solidFill>
                  <a:schemeClr val="accent2"/>
                </a:solidFill>
              </a:rPr>
              <a:t>&lt;address&gt;</a:t>
            </a:r>
          </a:p>
          <a:p>
            <a:endParaRPr lang="en-US" dirty="0" smtClean="0"/>
          </a:p>
          <a:p>
            <a:r>
              <a:rPr lang="uk-UA" dirty="0" err="1" smtClean="0"/>
              <a:t>Именно</a:t>
            </a:r>
            <a:r>
              <a:rPr lang="uk-UA" dirty="0" smtClean="0"/>
              <a:t> </a:t>
            </a:r>
            <a:r>
              <a:rPr lang="uk-UA" dirty="0" err="1" smtClean="0"/>
              <a:t>поэтому</a:t>
            </a:r>
            <a:r>
              <a:rPr lang="uk-UA" dirty="0" smtClean="0"/>
              <a:t> </a:t>
            </a:r>
            <a:r>
              <a:rPr lang="uk-UA" dirty="0" err="1" smtClean="0"/>
              <a:t>когда</a:t>
            </a:r>
            <a:r>
              <a:rPr lang="uk-UA" dirty="0" smtClean="0"/>
              <a:t> </a:t>
            </a:r>
            <a:r>
              <a:rPr lang="uk-UA" dirty="0" err="1" smtClean="0"/>
              <a:t>мы</a:t>
            </a:r>
            <a:r>
              <a:rPr lang="uk-UA" dirty="0" smtClean="0"/>
              <a:t> </a:t>
            </a:r>
            <a:r>
              <a:rPr lang="uk-UA" dirty="0" err="1" smtClean="0"/>
              <a:t>хотим</a:t>
            </a:r>
            <a:r>
              <a:rPr lang="uk-UA" dirty="0" smtClean="0"/>
              <a:t> </a:t>
            </a:r>
            <a:r>
              <a:rPr lang="uk-UA" dirty="0" err="1" smtClean="0"/>
              <a:t>поменять</a:t>
            </a:r>
            <a:r>
              <a:rPr lang="uk-UA" dirty="0" smtClean="0"/>
              <a:t> адрес </a:t>
            </a:r>
            <a:r>
              <a:rPr lang="uk-UA" dirty="0" err="1" smtClean="0"/>
              <a:t>отправки</a:t>
            </a:r>
            <a:r>
              <a:rPr lang="uk-UA" dirty="0" smtClean="0"/>
              <a:t> </a:t>
            </a:r>
            <a:r>
              <a:rPr lang="uk-UA" dirty="0" err="1" smtClean="0"/>
              <a:t>файлов</a:t>
            </a:r>
            <a:r>
              <a:rPr lang="uk-UA" dirty="0" smtClean="0"/>
              <a:t>, </a:t>
            </a:r>
            <a:r>
              <a:rPr lang="uk-UA" dirty="0" err="1" smtClean="0"/>
              <a:t>мы</a:t>
            </a:r>
            <a:r>
              <a:rPr lang="uk-UA" dirty="0" smtClean="0"/>
              <a:t> его </a:t>
            </a:r>
            <a:r>
              <a:rPr lang="uk-UA" dirty="0" err="1" smtClean="0"/>
              <a:t>указываем</a:t>
            </a:r>
            <a:r>
              <a:rPr lang="uk-UA" dirty="0" smtClean="0"/>
              <a:t> в </a:t>
            </a:r>
            <a:r>
              <a:rPr lang="uk-UA" dirty="0" err="1" smtClean="0"/>
              <a:t>команде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push –u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origin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master</a:t>
            </a:r>
            <a:r>
              <a:rPr lang="uk-UA" dirty="0" smtClean="0"/>
              <a:t>  </a:t>
            </a:r>
            <a:endParaRPr lang="en-US" dirty="0"/>
          </a:p>
        </p:txBody>
      </p:sp>
      <p:sp>
        <p:nvSpPr>
          <p:cNvPr id="4" name="Овал 3"/>
          <p:cNvSpPr/>
          <p:nvPr/>
        </p:nvSpPr>
        <p:spPr>
          <a:xfrm>
            <a:off x="2411760" y="886564"/>
            <a:ext cx="1008112" cy="454204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2051720" y="2276872"/>
            <a:ext cx="1008112" cy="454204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717032"/>
            <a:ext cx="1143570" cy="114357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077518"/>
            <a:ext cx="1143570" cy="114357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569" y="4941168"/>
            <a:ext cx="1143570" cy="1143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63304" y="605190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test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4358" y="486060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9730" y="414611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production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13" name="Прямая со стрелкой 12"/>
          <p:cNvCxnSpPr>
            <a:stCxn id="2" idx="3"/>
            <a:endCxn id="7" idx="1"/>
          </p:cNvCxnSpPr>
          <p:nvPr/>
        </p:nvCxnSpPr>
        <p:spPr>
          <a:xfrm flipV="1">
            <a:off x="1683122" y="3649303"/>
            <a:ext cx="1952774" cy="639514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747485" y="4437112"/>
            <a:ext cx="1912084" cy="920297"/>
          </a:xfrm>
          <a:prstGeom prst="straightConnector1">
            <a:avLst/>
          </a:prstGeom>
          <a:ln w="571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82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6685" y="116632"/>
            <a:ext cx="889161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Получение</a:t>
            </a:r>
            <a:r>
              <a:rPr lang="uk-UA" dirty="0" smtClean="0"/>
              <a:t> </a:t>
            </a:r>
            <a:r>
              <a:rPr lang="uk-UA" dirty="0" err="1" smtClean="0"/>
              <a:t>файлов</a:t>
            </a:r>
            <a:r>
              <a:rPr lang="uk-UA" dirty="0" smtClean="0"/>
              <a:t> с </a:t>
            </a:r>
            <a:r>
              <a:rPr lang="en-US" dirty="0" smtClean="0">
                <a:solidFill>
                  <a:srgbClr val="0070C0"/>
                </a:solidFill>
              </a:rPr>
              <a:t>remote </a:t>
            </a:r>
            <a:r>
              <a:rPr lang="uk-UA" dirty="0" err="1" smtClean="0">
                <a:solidFill>
                  <a:srgbClr val="0070C0"/>
                </a:solidFill>
              </a:rPr>
              <a:t>репозитория</a:t>
            </a:r>
            <a:r>
              <a:rPr lang="uk-UA" dirty="0" smtClean="0">
                <a:solidFill>
                  <a:srgbClr val="0070C0"/>
                </a:solidFill>
              </a:rPr>
              <a:t> </a:t>
            </a:r>
            <a:r>
              <a:rPr lang="uk-UA" dirty="0" err="1" smtClean="0"/>
              <a:t>осуществляется</a:t>
            </a:r>
            <a:r>
              <a:rPr lang="uk-UA" dirty="0" smtClean="0"/>
              <a:t> </a:t>
            </a:r>
            <a:r>
              <a:rPr lang="uk-UA" dirty="0" err="1" smtClean="0"/>
              <a:t>командой</a:t>
            </a:r>
            <a:endParaRPr lang="uk-UA" dirty="0" smtClean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pull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4778" y="3789040"/>
            <a:ext cx="8891615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 smtClean="0"/>
              <a:t>Обратите</a:t>
            </a:r>
            <a:r>
              <a:rPr lang="uk-UA" dirty="0" smtClean="0"/>
              <a:t> </a:t>
            </a:r>
            <a:r>
              <a:rPr lang="uk-UA" dirty="0" err="1" smtClean="0"/>
              <a:t>внимание</a:t>
            </a:r>
            <a:r>
              <a:rPr lang="uk-UA" dirty="0" smtClean="0"/>
              <a:t> - у </a:t>
            </a:r>
            <a:r>
              <a:rPr lang="uk-UA" dirty="0"/>
              <a:t>нас </a:t>
            </a:r>
            <a:r>
              <a:rPr lang="uk-UA" dirty="0" err="1"/>
              <a:t>еще</a:t>
            </a:r>
            <a:r>
              <a:rPr lang="uk-UA" dirty="0"/>
              <a:t> к </a:t>
            </a:r>
            <a:r>
              <a:rPr lang="uk-UA" dirty="0" err="1"/>
              <a:t>нашему</a:t>
            </a:r>
            <a:r>
              <a:rPr lang="uk-UA" dirty="0"/>
              <a:t> </a:t>
            </a:r>
            <a:r>
              <a:rPr lang="en-US" dirty="0">
                <a:solidFill>
                  <a:srgbClr val="0070C0"/>
                </a:solidFill>
              </a:rPr>
              <a:t>remote </a:t>
            </a:r>
            <a:r>
              <a:rPr lang="uk-UA" dirty="0" err="1">
                <a:solidFill>
                  <a:srgbClr val="0070C0"/>
                </a:solidFill>
              </a:rPr>
              <a:t>репозиторию</a:t>
            </a:r>
            <a:r>
              <a:rPr lang="uk-UA" dirty="0">
                <a:solidFill>
                  <a:srgbClr val="0070C0"/>
                </a:solidFill>
              </a:rPr>
              <a:t> </a:t>
            </a:r>
            <a:r>
              <a:rPr lang="uk-UA" dirty="0"/>
              <a:t>не </a:t>
            </a:r>
            <a:r>
              <a:rPr lang="uk-UA" dirty="0" err="1"/>
              <a:t>подключены</a:t>
            </a:r>
            <a:r>
              <a:rPr lang="uk-UA" dirty="0"/>
              <a:t> </a:t>
            </a:r>
            <a:r>
              <a:rPr lang="uk-UA" dirty="0" err="1"/>
              <a:t>другие</a:t>
            </a:r>
            <a:r>
              <a:rPr lang="uk-UA" dirty="0"/>
              <a:t> </a:t>
            </a:r>
            <a:r>
              <a:rPr lang="uk-UA" dirty="0" err="1"/>
              <a:t>участники</a:t>
            </a:r>
            <a:r>
              <a:rPr lang="uk-UA" dirty="0"/>
              <a:t> </a:t>
            </a:r>
            <a:r>
              <a:rPr lang="uk-UA" dirty="0" err="1"/>
              <a:t>проекта</a:t>
            </a:r>
            <a:r>
              <a:rPr lang="uk-UA" dirty="0"/>
              <a:t>. </a:t>
            </a:r>
            <a:r>
              <a:rPr lang="uk-UA" dirty="0" smtClean="0"/>
              <a:t>Но </a:t>
            </a:r>
            <a:r>
              <a:rPr lang="uk-UA" dirty="0" err="1" smtClean="0"/>
              <a:t>они</a:t>
            </a:r>
            <a:r>
              <a:rPr lang="uk-UA" dirty="0" smtClean="0"/>
              <a:t> </a:t>
            </a:r>
            <a:r>
              <a:rPr lang="uk-UA" dirty="0" err="1" smtClean="0"/>
              <a:t>будут</a:t>
            </a:r>
            <a:r>
              <a:rPr lang="uk-UA" dirty="0" smtClean="0"/>
              <a:t>, </a:t>
            </a:r>
            <a:r>
              <a:rPr lang="uk-UA" dirty="0" err="1" smtClean="0"/>
              <a:t>єто</a:t>
            </a:r>
            <a:r>
              <a:rPr lang="uk-UA" dirty="0" smtClean="0"/>
              <a:t> </a:t>
            </a:r>
            <a:r>
              <a:rPr lang="uk-UA" dirty="0" err="1"/>
              <a:t>сделаем</a:t>
            </a:r>
            <a:r>
              <a:rPr lang="uk-UA" dirty="0"/>
              <a:t> на </a:t>
            </a:r>
            <a:r>
              <a:rPr lang="uk-UA" dirty="0" err="1"/>
              <a:t>следующем</a:t>
            </a:r>
            <a:r>
              <a:rPr lang="uk-UA" dirty="0"/>
              <a:t> </a:t>
            </a:r>
            <a:r>
              <a:rPr lang="uk-UA" dirty="0" err="1" smtClean="0"/>
              <a:t>занятии</a:t>
            </a:r>
            <a:r>
              <a:rPr lang="uk-UA" dirty="0" smtClean="0"/>
              <a:t>.</a:t>
            </a:r>
            <a:endParaRPr lang="ru-RU" sz="2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192" y="4938390"/>
            <a:ext cx="8891615" cy="83099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sz="2400" dirty="0" smtClean="0">
                <a:solidFill>
                  <a:schemeClr val="accent2"/>
                </a:solidFill>
              </a:rPr>
              <a:t>!!! ПРАВИЛО – перед тем </a:t>
            </a:r>
            <a:r>
              <a:rPr lang="uk-UA" sz="2400" dirty="0" err="1" smtClean="0">
                <a:solidFill>
                  <a:schemeClr val="accent2"/>
                </a:solidFill>
              </a:rPr>
              <a:t>как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выполнить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push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smtClean="0">
                <a:solidFill>
                  <a:schemeClr val="accent2"/>
                </a:solidFill>
              </a:rPr>
              <a:t>на </a:t>
            </a:r>
            <a:r>
              <a:rPr lang="en-US" sz="2400" dirty="0" err="1" smtClean="0">
                <a:solidFill>
                  <a:srgbClr val="7030A0"/>
                </a:solidFill>
              </a:rPr>
              <a:t>github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всегда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предварительно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выполнять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pull</a:t>
            </a:r>
            <a:endParaRPr lang="ru-RU" sz="2400" dirty="0">
              <a:solidFill>
                <a:srgbClr val="00206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32210"/>
            <a:ext cx="1143570" cy="114357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070" y="1343004"/>
            <a:ext cx="1143570" cy="11435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358" y="247578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76904" y="241159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production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3" name="Прямая со стрелкой 2"/>
          <p:cNvCxnSpPr>
            <a:stCxn id="8" idx="1"/>
            <a:endCxn id="7" idx="3"/>
          </p:cNvCxnSpPr>
          <p:nvPr/>
        </p:nvCxnSpPr>
        <p:spPr>
          <a:xfrm flipH="1" flipV="1">
            <a:off x="1683122" y="1903995"/>
            <a:ext cx="2879948" cy="107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87824" y="140261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pull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67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235" y="188640"/>
            <a:ext cx="8975530" cy="286232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Удалить </a:t>
            </a:r>
            <a:r>
              <a:rPr lang="en-US" dirty="0" smtClean="0"/>
              <a:t>remote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uk-UA" dirty="0" smtClean="0"/>
              <a:t>у </a:t>
            </a:r>
            <a:r>
              <a:rPr lang="uk-UA" dirty="0" err="1" smtClean="0"/>
              <a:t>себя</a:t>
            </a:r>
            <a:r>
              <a:rPr lang="uk-UA" dirty="0" smtClean="0"/>
              <a:t> (</a:t>
            </a:r>
            <a:r>
              <a:rPr lang="en-US" dirty="0" smtClean="0">
                <a:solidFill>
                  <a:schemeClr val="accent2"/>
                </a:solidFill>
              </a:rPr>
              <a:t>origin</a:t>
            </a:r>
            <a:r>
              <a:rPr lang="uk-UA" dirty="0" smtClean="0"/>
              <a:t>) </a:t>
            </a:r>
            <a:r>
              <a:rPr lang="ru-RU" dirty="0" smtClean="0"/>
              <a:t>можно как </a:t>
            </a:r>
            <a:endParaRPr lang="en-US" dirty="0" smtClean="0"/>
          </a:p>
          <a:p>
            <a:endParaRPr lang="uk-UA" dirty="0" smtClean="0">
              <a:solidFill>
                <a:schemeClr val="accent2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remote </a:t>
            </a:r>
            <a:r>
              <a:rPr lang="en-US" dirty="0" err="1" smtClean="0">
                <a:solidFill>
                  <a:schemeClr val="accent2"/>
                </a:solidFill>
              </a:rPr>
              <a:t>rm</a:t>
            </a:r>
            <a:r>
              <a:rPr lang="en-US" dirty="0" smtClean="0">
                <a:solidFill>
                  <a:schemeClr val="accent2"/>
                </a:solidFill>
              </a:rPr>
              <a:t> &lt;name&gt;</a:t>
            </a:r>
            <a:r>
              <a:rPr lang="ru-RU" dirty="0" smtClean="0">
                <a:solidFill>
                  <a:schemeClr val="accent2"/>
                </a:solidFill>
              </a:rPr>
              <a:t> </a:t>
            </a:r>
          </a:p>
          <a:p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 smtClean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&lt;name&gt;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uk-UA" dirty="0" smtClean="0"/>
              <a:t>-</a:t>
            </a:r>
            <a:r>
              <a:rPr lang="uk-UA" dirty="0" smtClean="0">
                <a:solidFill>
                  <a:schemeClr val="accent2"/>
                </a:solidFill>
              </a:rPr>
              <a:t> </a:t>
            </a:r>
            <a:r>
              <a:rPr lang="uk-UA" dirty="0" smtClean="0"/>
              <a:t>м</a:t>
            </a:r>
            <a:r>
              <a:rPr lang="ru-RU" dirty="0" smtClean="0"/>
              <a:t>ы </a:t>
            </a:r>
            <a:r>
              <a:rPr lang="uk-UA" dirty="0" err="1" smtClean="0"/>
              <a:t>когда</a:t>
            </a:r>
            <a:r>
              <a:rPr lang="uk-UA" dirty="0" smtClean="0"/>
              <a:t> </a:t>
            </a:r>
            <a:r>
              <a:rPr lang="ru-RU" dirty="0" smtClean="0"/>
              <a:t>его создавали, то назвали </a:t>
            </a:r>
            <a:r>
              <a:rPr lang="en-US" dirty="0" smtClean="0">
                <a:solidFill>
                  <a:srgbClr val="0070C0"/>
                </a:solidFill>
              </a:rPr>
              <a:t>origin</a:t>
            </a:r>
            <a:endParaRPr lang="uk-UA" dirty="0" smtClean="0">
              <a:solidFill>
                <a:srgbClr val="0070C0"/>
              </a:solidFill>
            </a:endParaRPr>
          </a:p>
          <a:p>
            <a:endParaRPr lang="ru-RU" dirty="0" smtClean="0"/>
          </a:p>
          <a:p>
            <a:r>
              <a:rPr lang="ru-RU" dirty="0" smtClean="0"/>
              <a:t>Это мы удалили его локально у себя. Теперь надо сказать об этом</a:t>
            </a:r>
            <a:r>
              <a:rPr lang="en-US" dirty="0" smtClean="0"/>
              <a:t> GIT </a:t>
            </a:r>
            <a:r>
              <a:rPr lang="uk-UA" dirty="0" err="1" smtClean="0"/>
              <a:t>командой</a:t>
            </a:r>
            <a:endParaRPr lang="uk-UA" dirty="0" smtClean="0"/>
          </a:p>
          <a:p>
            <a:r>
              <a:rPr lang="uk-UA" dirty="0" smtClean="0"/>
              <a:t> 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push –u &lt;name&gt; &lt;branch&gt;</a:t>
            </a:r>
            <a:r>
              <a:rPr lang="ru-RU" dirty="0" smtClean="0">
                <a:solidFill>
                  <a:schemeClr val="accent2"/>
                </a:solidFill>
              </a:rPr>
              <a:t> 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41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7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4608</TotalTime>
  <Words>557</Words>
  <Application>Microsoft Office PowerPoint</Application>
  <PresentationFormat>Экран (4:3)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romannikiforov2012@gmail.com</cp:lastModifiedBy>
  <cp:revision>751</cp:revision>
  <dcterms:created xsi:type="dcterms:W3CDTF">2012-03-08T07:38:11Z</dcterms:created>
  <dcterms:modified xsi:type="dcterms:W3CDTF">2019-09-20T05:48:43Z</dcterms:modified>
</cp:coreProperties>
</file>