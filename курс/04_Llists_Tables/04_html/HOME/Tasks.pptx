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6"/>
  </p:notesMasterIdLst>
  <p:sldIdLst>
    <p:sldId id="298" r:id="rId2"/>
    <p:sldId id="301" r:id="rId3"/>
    <p:sldId id="299" r:id="rId4"/>
    <p:sldId id="300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56F2"/>
    <a:srgbClr val="456A1C"/>
    <a:srgbClr val="A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4514" autoAdjust="0"/>
  </p:normalViewPr>
  <p:slideViewPr>
    <p:cSldViewPr>
      <p:cViewPr varScale="1">
        <p:scale>
          <a:sx n="108" d="100"/>
          <a:sy n="108" d="100"/>
        </p:scale>
        <p:origin x="171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04.03.2021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79912" y="94506"/>
            <a:ext cx="1872208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extLst/>
          </a:lstStyle>
          <a:p>
            <a:r>
              <a:rPr lang="ru-RU" dirty="0"/>
              <a:t>   </a:t>
            </a:r>
            <a:r>
              <a:rPr lang="en-US" dirty="0"/>
              <a:t>Task_1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5496" y="548680"/>
            <a:ext cx="4680520" cy="2308324"/>
          </a:xfrm>
          <a:prstGeom prst="rect">
            <a:avLst/>
          </a:prstGeom>
          <a:solidFill>
            <a:srgbClr val="92D050">
              <a:alpha val="1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файл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task_1.html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Задача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используя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элементы списков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&lt;dl&gt; ,&lt;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&gt;, 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&gt;, 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&gt;, 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&gt;, &lt;li&gt; 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написать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html-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код  который  сформирует следующий список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548680"/>
            <a:ext cx="4179252" cy="616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87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89760" y="86586"/>
            <a:ext cx="1540449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ea typeface="+mj-ea"/>
                <a:cs typeface="Courier New" panose="020703090202050204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Task_2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23528" y="1196752"/>
          <a:ext cx="676875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1-1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2-2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2-3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2-4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3-4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79512" y="2996952"/>
            <a:ext cx="8784976" cy="369332"/>
          </a:xfrm>
          <a:prstGeom prst="rect">
            <a:avLst/>
          </a:prstGeom>
          <a:solidFill>
            <a:srgbClr val="92D050">
              <a:alpha val="1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2.</a:t>
            </a:r>
            <a:r>
              <a:rPr lang="uk-UA" b="1" dirty="0">
                <a:latin typeface="Courier New" panose="02070309020205020404" pitchFamily="49" charset="0"/>
                <a:cs typeface="Courier New" panose="02070309020205020404" pitchFamily="49" charset="0"/>
              </a:rPr>
              <a:t>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з ого варианта таблица сделать следующее объединение ячеек</a:t>
            </a:r>
            <a:endParaRPr lang="ru-RU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614338"/>
            <a:ext cx="8820472" cy="369332"/>
          </a:xfrm>
          <a:prstGeom prst="rect">
            <a:avLst/>
          </a:prstGeom>
          <a:solidFill>
            <a:srgbClr val="92D050">
              <a:alpha val="1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1.C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оздать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таблицу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в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файле 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task_2.html</a:t>
            </a:r>
            <a:endParaRPr lang="ru-RU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323528" y="3573016"/>
          <a:ext cx="676875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1-1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2-1  + Ячейка 3-1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2-2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3-2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3-3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</a:t>
                      </a:r>
                      <a:r>
                        <a:rPr kumimoji="0"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2-3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Ячейка 2-4  +  Ячейка 3-4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5700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9912" y="94506"/>
            <a:ext cx="1872208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extLst/>
          </a:lstStyle>
          <a:p>
            <a:r>
              <a:rPr lang="ru-RU" dirty="0"/>
              <a:t>   </a:t>
            </a:r>
            <a:r>
              <a:rPr lang="en-US" dirty="0"/>
              <a:t>Task_3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5496" y="548680"/>
            <a:ext cx="8928992" cy="369332"/>
          </a:xfrm>
          <a:prstGeom prst="rect">
            <a:avLst/>
          </a:prstGeom>
          <a:solidFill>
            <a:srgbClr val="92D050">
              <a:alpha val="1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Задача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используя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элементы таблицы  создать </a:t>
            </a:r>
            <a:r>
              <a:rPr lang="ru-RU">
                <a:latin typeface="Courier New" panose="02070309020205020404" pitchFamily="49" charset="0"/>
                <a:cs typeface="Courier New" panose="02070309020205020404" pitchFamily="49" charset="0"/>
              </a:rPr>
              <a:t>макет письма</a:t>
            </a:r>
            <a:endParaRPr lang="ru-RU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976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6537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2720</TotalTime>
  <Words>147</Words>
  <Application>Microsoft Office PowerPoint</Application>
  <PresentationFormat>Экран (4:3)</PresentationFormat>
  <Paragraphs>33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Calibri</vt:lpstr>
      <vt:lpstr>Courier New</vt:lpstr>
      <vt:lpstr>Lucida Sans Unicode</vt:lpstr>
      <vt:lpstr>Verdana</vt:lpstr>
      <vt:lpstr>Wingdings 2</vt:lpstr>
      <vt:lpstr>Wingdings 3</vt:lpstr>
      <vt:lpstr>Тема1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478</cp:revision>
  <dcterms:modified xsi:type="dcterms:W3CDTF">2021-03-04T05:54:55Z</dcterms:modified>
</cp:coreProperties>
</file>